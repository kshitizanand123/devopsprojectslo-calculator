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2" r:id="rId6"/>
    <p:sldId id="263" r:id="rId7"/>
    <p:sldId id="259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68" d="100"/>
          <a:sy n="68" d="100"/>
        </p:scale>
        <p:origin x="7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iconchunking_colorful2">
  <dgm:title val="iconchunking_colorful2"/>
  <dgm:desc val="iconchunking_colorful2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91A50-C686-4934-BF7B-05A6134A6AB8}" type="doc">
      <dgm:prSet loTypeId="urn:microsoft.com/office/officeart/2005/8/layout/process5" loCatId="process" qsTypeId="urn:microsoft.com/office/officeart/2005/8/quickstyle/3d3" qsCatId="3D" csTypeId="urn:microsoft.com/office/officeart/2005/8/colors/iconchunking_colorful2" csCatId="other" phldr="1"/>
      <dgm:spPr/>
      <dgm:t>
        <a:bodyPr/>
        <a:lstStyle/>
        <a:p>
          <a:endParaRPr lang="en-US"/>
        </a:p>
      </dgm:t>
    </dgm:pt>
    <dgm:pt modelId="{0C130901-E9D4-4EAF-B424-4F88CE27500B}">
      <dgm:prSet phldrT="[Text]"/>
      <dgm:spPr/>
      <dgm:t>
        <a:bodyPr/>
        <a:lstStyle/>
        <a:p>
          <a:r>
            <a:rPr lang="en-IN" dirty="0"/>
            <a:t>User</a:t>
          </a:r>
          <a:endParaRPr lang="en-US" dirty="0"/>
        </a:p>
      </dgm:t>
    </dgm:pt>
    <dgm:pt modelId="{593FFE93-A6C0-4E50-9AE4-94E9836CCF10}" type="parTrans" cxnId="{83E578BD-C52D-4669-9624-AAD6B200213D}">
      <dgm:prSet/>
      <dgm:spPr/>
      <dgm:t>
        <a:bodyPr/>
        <a:lstStyle/>
        <a:p>
          <a:endParaRPr lang="en-US"/>
        </a:p>
      </dgm:t>
    </dgm:pt>
    <dgm:pt modelId="{1B4F2771-3339-49BF-913A-037BBE81F3E9}" type="sibTrans" cxnId="{83E578BD-C52D-4669-9624-AAD6B200213D}">
      <dgm:prSet/>
      <dgm:spPr/>
      <dgm:t>
        <a:bodyPr/>
        <a:lstStyle/>
        <a:p>
          <a:endParaRPr lang="en-US" dirty="0"/>
        </a:p>
      </dgm:t>
    </dgm:pt>
    <dgm:pt modelId="{1E4A4BA3-DA3A-4B8A-9915-6411C96BC20F}">
      <dgm:prSet phldrT="[Text]"/>
      <dgm:spPr/>
      <dgm:t>
        <a:bodyPr/>
        <a:lstStyle/>
        <a:p>
          <a:r>
            <a:rPr lang="en-IN" dirty="0"/>
            <a:t>SLI Calculation Logic</a:t>
          </a:r>
          <a:endParaRPr lang="en-US" dirty="0"/>
        </a:p>
      </dgm:t>
    </dgm:pt>
    <dgm:pt modelId="{1B746E25-5CCE-4074-A4CF-0F2F9BF704A8}" type="parTrans" cxnId="{CABD8092-2CAF-49E0-B89F-52170B045D76}">
      <dgm:prSet/>
      <dgm:spPr/>
      <dgm:t>
        <a:bodyPr/>
        <a:lstStyle/>
        <a:p>
          <a:endParaRPr lang="en-US"/>
        </a:p>
      </dgm:t>
    </dgm:pt>
    <dgm:pt modelId="{959D1F61-9C7C-49C0-A6E2-88726C7C8326}" type="sibTrans" cxnId="{CABD8092-2CAF-49E0-B89F-52170B045D76}">
      <dgm:prSet/>
      <dgm:spPr/>
      <dgm:t>
        <a:bodyPr/>
        <a:lstStyle/>
        <a:p>
          <a:endParaRPr lang="en-US" dirty="0"/>
        </a:p>
      </dgm:t>
    </dgm:pt>
    <dgm:pt modelId="{043B841A-F98C-4C81-AB84-52109901E342}">
      <dgm:prSet phldrT="[Text]"/>
      <dgm:spPr/>
      <dgm:t>
        <a:bodyPr/>
        <a:lstStyle/>
        <a:p>
          <a:r>
            <a:rPr lang="en-IN" dirty="0"/>
            <a:t>Result Display</a:t>
          </a:r>
          <a:endParaRPr lang="en-US" dirty="0"/>
        </a:p>
      </dgm:t>
    </dgm:pt>
    <dgm:pt modelId="{884CBC1F-71DD-48DD-9AF2-52AF262DEBBD}" type="parTrans" cxnId="{405D2B96-501D-415F-B240-24D9D7CFE4D3}">
      <dgm:prSet/>
      <dgm:spPr/>
      <dgm:t>
        <a:bodyPr/>
        <a:lstStyle/>
        <a:p>
          <a:endParaRPr lang="en-US"/>
        </a:p>
      </dgm:t>
    </dgm:pt>
    <dgm:pt modelId="{CAFE7C63-AB58-4477-983E-8167878024D9}" type="sibTrans" cxnId="{405D2B96-501D-415F-B240-24D9D7CFE4D3}">
      <dgm:prSet/>
      <dgm:spPr/>
      <dgm:t>
        <a:bodyPr/>
        <a:lstStyle/>
        <a:p>
          <a:endParaRPr lang="en-US"/>
        </a:p>
      </dgm:t>
    </dgm:pt>
    <dgm:pt modelId="{34300DBE-89BB-456A-A1E6-620B63EC8D68}">
      <dgm:prSet phldrT="[Text]"/>
      <dgm:spPr/>
      <dgm:t>
        <a:bodyPr/>
        <a:lstStyle/>
        <a:p>
          <a:r>
            <a:rPr lang="en-IN" dirty="0"/>
            <a:t>Web Interface</a:t>
          </a:r>
          <a:endParaRPr lang="en-US" dirty="0"/>
        </a:p>
      </dgm:t>
    </dgm:pt>
    <dgm:pt modelId="{2CFC330D-1818-4D8B-AE9E-9A5B02F9A959}" type="parTrans" cxnId="{01E5F25B-3F10-4A4B-8D12-2905AEC08A2C}">
      <dgm:prSet/>
      <dgm:spPr/>
      <dgm:t>
        <a:bodyPr/>
        <a:lstStyle/>
        <a:p>
          <a:endParaRPr lang="en-IN"/>
        </a:p>
      </dgm:t>
    </dgm:pt>
    <dgm:pt modelId="{E7B42302-27B5-429E-A1A9-F6E2FEEDB7B8}" type="sibTrans" cxnId="{01E5F25B-3F10-4A4B-8D12-2905AEC08A2C}">
      <dgm:prSet/>
      <dgm:spPr/>
      <dgm:t>
        <a:bodyPr/>
        <a:lstStyle/>
        <a:p>
          <a:endParaRPr lang="en-IN"/>
        </a:p>
      </dgm:t>
    </dgm:pt>
    <dgm:pt modelId="{565F9423-FF79-4D30-A4D6-683B70A30F35}">
      <dgm:prSet phldrT="[Text]"/>
      <dgm:spPr/>
      <dgm:t>
        <a:bodyPr/>
        <a:lstStyle/>
        <a:p>
          <a:r>
            <a:rPr lang="en-IN" dirty="0"/>
            <a:t>Flask API</a:t>
          </a:r>
          <a:endParaRPr lang="en-US" dirty="0"/>
        </a:p>
      </dgm:t>
    </dgm:pt>
    <dgm:pt modelId="{B8824015-5412-446C-A6E0-C40C2530C748}" type="parTrans" cxnId="{7A65BC6B-6DBF-4180-9D2E-BE6CF8DF36BC}">
      <dgm:prSet/>
      <dgm:spPr/>
      <dgm:t>
        <a:bodyPr/>
        <a:lstStyle/>
        <a:p>
          <a:endParaRPr lang="en-IN"/>
        </a:p>
      </dgm:t>
    </dgm:pt>
    <dgm:pt modelId="{D25EC6C4-F648-4C00-AABE-D91B41CD41A8}" type="sibTrans" cxnId="{7A65BC6B-6DBF-4180-9D2E-BE6CF8DF36BC}">
      <dgm:prSet/>
      <dgm:spPr/>
      <dgm:t>
        <a:bodyPr/>
        <a:lstStyle/>
        <a:p>
          <a:endParaRPr lang="en-IN"/>
        </a:p>
      </dgm:t>
    </dgm:pt>
    <dgm:pt modelId="{A14EE5DB-6B39-4575-BDF2-D73707D3334C}" type="pres">
      <dgm:prSet presAssocID="{FEB91A50-C686-4934-BF7B-05A6134A6AB8}" presName="diagram" presStyleCnt="0">
        <dgm:presLayoutVars>
          <dgm:dir/>
          <dgm:resizeHandles val="exact"/>
        </dgm:presLayoutVars>
      </dgm:prSet>
      <dgm:spPr/>
    </dgm:pt>
    <dgm:pt modelId="{DE52C5BA-97A9-4A72-A0B1-58401B2EF4FB}" type="pres">
      <dgm:prSet presAssocID="{0C130901-E9D4-4EAF-B424-4F88CE27500B}" presName="node" presStyleLbl="node1" presStyleIdx="0" presStyleCnt="5">
        <dgm:presLayoutVars>
          <dgm:bulletEnabled val="1"/>
        </dgm:presLayoutVars>
      </dgm:prSet>
      <dgm:spPr/>
    </dgm:pt>
    <dgm:pt modelId="{9740E788-4EB3-4485-8921-B6DDC826792F}" type="pres">
      <dgm:prSet presAssocID="{1B4F2771-3339-49BF-913A-037BBE81F3E9}" presName="sibTrans" presStyleLbl="sibTrans2D1" presStyleIdx="0" presStyleCnt="4"/>
      <dgm:spPr/>
    </dgm:pt>
    <dgm:pt modelId="{2853BB3D-E1AD-48F6-836C-4F195642D7B9}" type="pres">
      <dgm:prSet presAssocID="{1B4F2771-3339-49BF-913A-037BBE81F3E9}" presName="connectorText" presStyleLbl="sibTrans2D1" presStyleIdx="0" presStyleCnt="4"/>
      <dgm:spPr/>
    </dgm:pt>
    <dgm:pt modelId="{9989E781-7105-4FF2-86AD-0A0F09A0604E}" type="pres">
      <dgm:prSet presAssocID="{34300DBE-89BB-456A-A1E6-620B63EC8D68}" presName="node" presStyleLbl="node1" presStyleIdx="1" presStyleCnt="5">
        <dgm:presLayoutVars>
          <dgm:bulletEnabled val="1"/>
        </dgm:presLayoutVars>
      </dgm:prSet>
      <dgm:spPr/>
    </dgm:pt>
    <dgm:pt modelId="{8DD00D83-9609-40C7-AE26-68D736DA7860}" type="pres">
      <dgm:prSet presAssocID="{E7B42302-27B5-429E-A1A9-F6E2FEEDB7B8}" presName="sibTrans" presStyleLbl="sibTrans2D1" presStyleIdx="1" presStyleCnt="4"/>
      <dgm:spPr/>
    </dgm:pt>
    <dgm:pt modelId="{82845833-02F4-4E60-B462-2334AD359600}" type="pres">
      <dgm:prSet presAssocID="{E7B42302-27B5-429E-A1A9-F6E2FEEDB7B8}" presName="connectorText" presStyleLbl="sibTrans2D1" presStyleIdx="1" presStyleCnt="4"/>
      <dgm:spPr/>
    </dgm:pt>
    <dgm:pt modelId="{A1C79A41-E950-4294-A9F9-E93B94309121}" type="pres">
      <dgm:prSet presAssocID="{565F9423-FF79-4D30-A4D6-683B70A30F35}" presName="node" presStyleLbl="node1" presStyleIdx="2" presStyleCnt="5">
        <dgm:presLayoutVars>
          <dgm:bulletEnabled val="1"/>
        </dgm:presLayoutVars>
      </dgm:prSet>
      <dgm:spPr/>
    </dgm:pt>
    <dgm:pt modelId="{0B576924-F735-4047-AFCC-566BC13BD266}" type="pres">
      <dgm:prSet presAssocID="{D25EC6C4-F648-4C00-AABE-D91B41CD41A8}" presName="sibTrans" presStyleLbl="sibTrans2D1" presStyleIdx="2" presStyleCnt="4"/>
      <dgm:spPr/>
    </dgm:pt>
    <dgm:pt modelId="{5751DCAE-D64C-404C-AFAB-417A18E1F35D}" type="pres">
      <dgm:prSet presAssocID="{D25EC6C4-F648-4C00-AABE-D91B41CD41A8}" presName="connectorText" presStyleLbl="sibTrans2D1" presStyleIdx="2" presStyleCnt="4"/>
      <dgm:spPr/>
    </dgm:pt>
    <dgm:pt modelId="{7A9B0909-3E2D-442B-8437-8BE118BE4E6B}" type="pres">
      <dgm:prSet presAssocID="{1E4A4BA3-DA3A-4B8A-9915-6411C96BC20F}" presName="node" presStyleLbl="node1" presStyleIdx="3" presStyleCnt="5">
        <dgm:presLayoutVars>
          <dgm:bulletEnabled val="1"/>
        </dgm:presLayoutVars>
      </dgm:prSet>
      <dgm:spPr/>
    </dgm:pt>
    <dgm:pt modelId="{C2A6B30A-F0C1-4CEF-8467-64940D25822C}" type="pres">
      <dgm:prSet presAssocID="{959D1F61-9C7C-49C0-A6E2-88726C7C8326}" presName="sibTrans" presStyleLbl="sibTrans2D1" presStyleIdx="3" presStyleCnt="4"/>
      <dgm:spPr/>
    </dgm:pt>
    <dgm:pt modelId="{3F8D95C2-3B94-4D65-B2F3-2DE9F821304B}" type="pres">
      <dgm:prSet presAssocID="{959D1F61-9C7C-49C0-A6E2-88726C7C8326}" presName="connectorText" presStyleLbl="sibTrans2D1" presStyleIdx="3" presStyleCnt="4"/>
      <dgm:spPr/>
    </dgm:pt>
    <dgm:pt modelId="{0C154E00-A36D-40B3-9D37-90534270C1BB}" type="pres">
      <dgm:prSet presAssocID="{043B841A-F98C-4C81-AB84-52109901E342}" presName="node" presStyleLbl="node1" presStyleIdx="4" presStyleCnt="5">
        <dgm:presLayoutVars>
          <dgm:bulletEnabled val="1"/>
        </dgm:presLayoutVars>
      </dgm:prSet>
      <dgm:spPr/>
    </dgm:pt>
  </dgm:ptLst>
  <dgm:cxnLst>
    <dgm:cxn modelId="{1B2D5321-0D0F-4144-81BB-1707218BEB85}" type="presOf" srcId="{34300DBE-89BB-456A-A1E6-620B63EC8D68}" destId="{9989E781-7105-4FF2-86AD-0A0F09A0604E}" srcOrd="0" destOrd="0" presId="urn:microsoft.com/office/officeart/2005/8/layout/process5"/>
    <dgm:cxn modelId="{F1AD8D24-2038-436B-B73B-3B58743FE49C}" type="presOf" srcId="{D25EC6C4-F648-4C00-AABE-D91B41CD41A8}" destId="{0B576924-F735-4047-AFCC-566BC13BD266}" srcOrd="0" destOrd="0" presId="urn:microsoft.com/office/officeart/2005/8/layout/process5"/>
    <dgm:cxn modelId="{65DE883A-74D4-4DE7-97C7-8205BE08891B}" type="presOf" srcId="{565F9423-FF79-4D30-A4D6-683B70A30F35}" destId="{A1C79A41-E950-4294-A9F9-E93B94309121}" srcOrd="0" destOrd="0" presId="urn:microsoft.com/office/officeart/2005/8/layout/process5"/>
    <dgm:cxn modelId="{01E5F25B-3F10-4A4B-8D12-2905AEC08A2C}" srcId="{FEB91A50-C686-4934-BF7B-05A6134A6AB8}" destId="{34300DBE-89BB-456A-A1E6-620B63EC8D68}" srcOrd="1" destOrd="0" parTransId="{2CFC330D-1818-4D8B-AE9E-9A5B02F9A959}" sibTransId="{E7B42302-27B5-429E-A1A9-F6E2FEEDB7B8}"/>
    <dgm:cxn modelId="{B1F0D442-2388-449F-B893-D067121683CA}" type="presOf" srcId="{D25EC6C4-F648-4C00-AABE-D91B41CD41A8}" destId="{5751DCAE-D64C-404C-AFAB-417A18E1F35D}" srcOrd="1" destOrd="0" presId="urn:microsoft.com/office/officeart/2005/8/layout/process5"/>
    <dgm:cxn modelId="{7A65BC6B-6DBF-4180-9D2E-BE6CF8DF36BC}" srcId="{FEB91A50-C686-4934-BF7B-05A6134A6AB8}" destId="{565F9423-FF79-4D30-A4D6-683B70A30F35}" srcOrd="2" destOrd="0" parTransId="{B8824015-5412-446C-A6E0-C40C2530C748}" sibTransId="{D25EC6C4-F648-4C00-AABE-D91B41CD41A8}"/>
    <dgm:cxn modelId="{0775ED7C-84F0-4AC4-91FC-C18424DF4757}" type="presOf" srcId="{E7B42302-27B5-429E-A1A9-F6E2FEEDB7B8}" destId="{82845833-02F4-4E60-B462-2334AD359600}" srcOrd="1" destOrd="0" presId="urn:microsoft.com/office/officeart/2005/8/layout/process5"/>
    <dgm:cxn modelId="{1484F07F-AC41-4F95-8052-48771F691620}" type="presOf" srcId="{1B4F2771-3339-49BF-913A-037BBE81F3E9}" destId="{2853BB3D-E1AD-48F6-836C-4F195642D7B9}" srcOrd="1" destOrd="0" presId="urn:microsoft.com/office/officeart/2005/8/layout/process5"/>
    <dgm:cxn modelId="{CABD8092-2CAF-49E0-B89F-52170B045D76}" srcId="{FEB91A50-C686-4934-BF7B-05A6134A6AB8}" destId="{1E4A4BA3-DA3A-4B8A-9915-6411C96BC20F}" srcOrd="3" destOrd="0" parTransId="{1B746E25-5CCE-4074-A4CF-0F2F9BF704A8}" sibTransId="{959D1F61-9C7C-49C0-A6E2-88726C7C8326}"/>
    <dgm:cxn modelId="{CB034893-A661-4C99-BFCD-86F96BDDDF0E}" type="presOf" srcId="{043B841A-F98C-4C81-AB84-52109901E342}" destId="{0C154E00-A36D-40B3-9D37-90534270C1BB}" srcOrd="0" destOrd="0" presId="urn:microsoft.com/office/officeart/2005/8/layout/process5"/>
    <dgm:cxn modelId="{405D2B96-501D-415F-B240-24D9D7CFE4D3}" srcId="{FEB91A50-C686-4934-BF7B-05A6134A6AB8}" destId="{043B841A-F98C-4C81-AB84-52109901E342}" srcOrd="4" destOrd="0" parTransId="{884CBC1F-71DD-48DD-9AF2-52AF262DEBBD}" sibTransId="{CAFE7C63-AB58-4477-983E-8167878024D9}"/>
    <dgm:cxn modelId="{7508329A-741A-4FA2-BB4F-13457055C86D}" type="presOf" srcId="{FEB91A50-C686-4934-BF7B-05A6134A6AB8}" destId="{A14EE5DB-6B39-4575-BDF2-D73707D3334C}" srcOrd="0" destOrd="0" presId="urn:microsoft.com/office/officeart/2005/8/layout/process5"/>
    <dgm:cxn modelId="{CD7089B3-3F38-4952-998E-3AC7324C31D9}" type="presOf" srcId="{E7B42302-27B5-429E-A1A9-F6E2FEEDB7B8}" destId="{8DD00D83-9609-40C7-AE26-68D736DA7860}" srcOrd="0" destOrd="0" presId="urn:microsoft.com/office/officeart/2005/8/layout/process5"/>
    <dgm:cxn modelId="{051E6FB6-AF30-4366-AFC2-D120EF4D03A8}" type="presOf" srcId="{1B4F2771-3339-49BF-913A-037BBE81F3E9}" destId="{9740E788-4EB3-4485-8921-B6DDC826792F}" srcOrd="0" destOrd="0" presId="urn:microsoft.com/office/officeart/2005/8/layout/process5"/>
    <dgm:cxn modelId="{83E578BD-C52D-4669-9624-AAD6B200213D}" srcId="{FEB91A50-C686-4934-BF7B-05A6134A6AB8}" destId="{0C130901-E9D4-4EAF-B424-4F88CE27500B}" srcOrd="0" destOrd="0" parTransId="{593FFE93-A6C0-4E50-9AE4-94E9836CCF10}" sibTransId="{1B4F2771-3339-49BF-913A-037BBE81F3E9}"/>
    <dgm:cxn modelId="{8EC297CF-43B7-41BE-B948-84E9007AED31}" type="presOf" srcId="{1E4A4BA3-DA3A-4B8A-9915-6411C96BC20F}" destId="{7A9B0909-3E2D-442B-8437-8BE118BE4E6B}" srcOrd="0" destOrd="0" presId="urn:microsoft.com/office/officeart/2005/8/layout/process5"/>
    <dgm:cxn modelId="{32F4CAD8-0F38-4C98-99CC-9A3B94B2EFC6}" type="presOf" srcId="{0C130901-E9D4-4EAF-B424-4F88CE27500B}" destId="{DE52C5BA-97A9-4A72-A0B1-58401B2EF4FB}" srcOrd="0" destOrd="0" presId="urn:microsoft.com/office/officeart/2005/8/layout/process5"/>
    <dgm:cxn modelId="{87D90DEC-3DBB-4010-995D-5B47D32D0AF1}" type="presOf" srcId="{959D1F61-9C7C-49C0-A6E2-88726C7C8326}" destId="{3F8D95C2-3B94-4D65-B2F3-2DE9F821304B}" srcOrd="1" destOrd="0" presId="urn:microsoft.com/office/officeart/2005/8/layout/process5"/>
    <dgm:cxn modelId="{DDB163F3-CCA6-498C-9B56-8E3ACC9F2B57}" type="presOf" srcId="{959D1F61-9C7C-49C0-A6E2-88726C7C8326}" destId="{C2A6B30A-F0C1-4CEF-8467-64940D25822C}" srcOrd="0" destOrd="0" presId="urn:microsoft.com/office/officeart/2005/8/layout/process5"/>
    <dgm:cxn modelId="{84429A12-B7BF-4445-A249-1FB202C608C8}" type="presParOf" srcId="{A14EE5DB-6B39-4575-BDF2-D73707D3334C}" destId="{DE52C5BA-97A9-4A72-A0B1-58401B2EF4FB}" srcOrd="0" destOrd="0" presId="urn:microsoft.com/office/officeart/2005/8/layout/process5"/>
    <dgm:cxn modelId="{A088437F-A1C7-415F-A3D9-4A1F6451AC62}" type="presParOf" srcId="{A14EE5DB-6B39-4575-BDF2-D73707D3334C}" destId="{9740E788-4EB3-4485-8921-B6DDC826792F}" srcOrd="1" destOrd="0" presId="urn:microsoft.com/office/officeart/2005/8/layout/process5"/>
    <dgm:cxn modelId="{4EA66D02-1CFB-499E-A2DB-2DF391A3F9F9}" type="presParOf" srcId="{9740E788-4EB3-4485-8921-B6DDC826792F}" destId="{2853BB3D-E1AD-48F6-836C-4F195642D7B9}" srcOrd="0" destOrd="0" presId="urn:microsoft.com/office/officeart/2005/8/layout/process5"/>
    <dgm:cxn modelId="{F0AFF898-DE31-4928-B429-8B35C2B431A5}" type="presParOf" srcId="{A14EE5DB-6B39-4575-BDF2-D73707D3334C}" destId="{9989E781-7105-4FF2-86AD-0A0F09A0604E}" srcOrd="2" destOrd="0" presId="urn:microsoft.com/office/officeart/2005/8/layout/process5"/>
    <dgm:cxn modelId="{48C31B88-8DFA-443D-B5EA-9ACCF2D6037E}" type="presParOf" srcId="{A14EE5DB-6B39-4575-BDF2-D73707D3334C}" destId="{8DD00D83-9609-40C7-AE26-68D736DA7860}" srcOrd="3" destOrd="0" presId="urn:microsoft.com/office/officeart/2005/8/layout/process5"/>
    <dgm:cxn modelId="{F30E367E-508D-4D8A-BEA6-37A42A8019DB}" type="presParOf" srcId="{8DD00D83-9609-40C7-AE26-68D736DA7860}" destId="{82845833-02F4-4E60-B462-2334AD359600}" srcOrd="0" destOrd="0" presId="urn:microsoft.com/office/officeart/2005/8/layout/process5"/>
    <dgm:cxn modelId="{D4A1E019-2D2A-4F7E-88C5-91FC85DBF82A}" type="presParOf" srcId="{A14EE5DB-6B39-4575-BDF2-D73707D3334C}" destId="{A1C79A41-E950-4294-A9F9-E93B94309121}" srcOrd="4" destOrd="0" presId="urn:microsoft.com/office/officeart/2005/8/layout/process5"/>
    <dgm:cxn modelId="{A78F6C2C-199F-4A71-B2E7-492C09F4C655}" type="presParOf" srcId="{A14EE5DB-6B39-4575-BDF2-D73707D3334C}" destId="{0B576924-F735-4047-AFCC-566BC13BD266}" srcOrd="5" destOrd="0" presId="urn:microsoft.com/office/officeart/2005/8/layout/process5"/>
    <dgm:cxn modelId="{C1D7065C-EE96-4714-AA88-198683D13197}" type="presParOf" srcId="{0B576924-F735-4047-AFCC-566BC13BD266}" destId="{5751DCAE-D64C-404C-AFAB-417A18E1F35D}" srcOrd="0" destOrd="0" presId="urn:microsoft.com/office/officeart/2005/8/layout/process5"/>
    <dgm:cxn modelId="{2F785287-F69E-408F-9CBE-181C9EC9E3CC}" type="presParOf" srcId="{A14EE5DB-6B39-4575-BDF2-D73707D3334C}" destId="{7A9B0909-3E2D-442B-8437-8BE118BE4E6B}" srcOrd="6" destOrd="0" presId="urn:microsoft.com/office/officeart/2005/8/layout/process5"/>
    <dgm:cxn modelId="{C7C8E011-85D6-45D9-B445-B8C38281441E}" type="presParOf" srcId="{A14EE5DB-6B39-4575-BDF2-D73707D3334C}" destId="{C2A6B30A-F0C1-4CEF-8467-64940D25822C}" srcOrd="7" destOrd="0" presId="urn:microsoft.com/office/officeart/2005/8/layout/process5"/>
    <dgm:cxn modelId="{1D449BF5-FECD-475E-A896-175B824C331F}" type="presParOf" srcId="{C2A6B30A-F0C1-4CEF-8467-64940D25822C}" destId="{3F8D95C2-3B94-4D65-B2F3-2DE9F821304B}" srcOrd="0" destOrd="0" presId="urn:microsoft.com/office/officeart/2005/8/layout/process5"/>
    <dgm:cxn modelId="{EFB44D0E-C206-410B-8AD7-E664EB648888}" type="presParOf" srcId="{A14EE5DB-6B39-4575-BDF2-D73707D3334C}" destId="{0C154E00-A36D-40B3-9D37-90534270C1BB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52C5BA-97A9-4A72-A0B1-58401B2EF4FB}">
      <dsp:nvSpPr>
        <dsp:cNvPr id="0" name=""/>
        <dsp:cNvSpPr/>
      </dsp:nvSpPr>
      <dsp:spPr>
        <a:xfrm>
          <a:off x="8706" y="389017"/>
          <a:ext cx="2602259" cy="15613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User</a:t>
          </a:r>
          <a:endParaRPr lang="en-US" sz="3200" kern="1200" dirty="0"/>
        </a:p>
      </dsp:txBody>
      <dsp:txXfrm>
        <a:off x="54437" y="434748"/>
        <a:ext cx="2510797" cy="1469893"/>
      </dsp:txXfrm>
    </dsp:sp>
    <dsp:sp modelId="{9740E788-4EB3-4485-8921-B6DDC826792F}">
      <dsp:nvSpPr>
        <dsp:cNvPr id="0" name=""/>
        <dsp:cNvSpPr/>
      </dsp:nvSpPr>
      <dsp:spPr>
        <a:xfrm>
          <a:off x="2839965" y="847015"/>
          <a:ext cx="551679" cy="645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>
        <a:off x="2839965" y="976087"/>
        <a:ext cx="386175" cy="387216"/>
      </dsp:txXfrm>
    </dsp:sp>
    <dsp:sp modelId="{9989E781-7105-4FF2-86AD-0A0F09A0604E}">
      <dsp:nvSpPr>
        <dsp:cNvPr id="0" name=""/>
        <dsp:cNvSpPr/>
      </dsp:nvSpPr>
      <dsp:spPr>
        <a:xfrm>
          <a:off x="3651870" y="389017"/>
          <a:ext cx="2602259" cy="1561355"/>
        </a:xfrm>
        <a:prstGeom prst="roundRect">
          <a:avLst>
            <a:gd name="adj" fmla="val 10000"/>
          </a:avLst>
        </a:prstGeom>
        <a:solidFill>
          <a:schemeClr val="accent2">
            <a:hueOff val="1197020"/>
            <a:satOff val="-3638"/>
            <a:lumOff val="-4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Web Interface</a:t>
          </a:r>
          <a:endParaRPr lang="en-US" sz="3200" kern="1200" dirty="0"/>
        </a:p>
      </dsp:txBody>
      <dsp:txXfrm>
        <a:off x="3697601" y="434748"/>
        <a:ext cx="2510797" cy="1469893"/>
      </dsp:txXfrm>
    </dsp:sp>
    <dsp:sp modelId="{8DD00D83-9609-40C7-AE26-68D736DA7860}">
      <dsp:nvSpPr>
        <dsp:cNvPr id="0" name=""/>
        <dsp:cNvSpPr/>
      </dsp:nvSpPr>
      <dsp:spPr>
        <a:xfrm>
          <a:off x="6483128" y="847015"/>
          <a:ext cx="551679" cy="645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596027"/>
            <a:satOff val="-4850"/>
            <a:lumOff val="-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6483128" y="976087"/>
        <a:ext cx="386175" cy="387216"/>
      </dsp:txXfrm>
    </dsp:sp>
    <dsp:sp modelId="{A1C79A41-E950-4294-A9F9-E93B94309121}">
      <dsp:nvSpPr>
        <dsp:cNvPr id="0" name=""/>
        <dsp:cNvSpPr/>
      </dsp:nvSpPr>
      <dsp:spPr>
        <a:xfrm>
          <a:off x="7295033" y="389017"/>
          <a:ext cx="2602259" cy="1561355"/>
        </a:xfrm>
        <a:prstGeom prst="roundRect">
          <a:avLst>
            <a:gd name="adj" fmla="val 10000"/>
          </a:avLst>
        </a:prstGeom>
        <a:solidFill>
          <a:schemeClr val="accent2">
            <a:hueOff val="2394041"/>
            <a:satOff val="-7276"/>
            <a:lumOff val="-9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Flask API</a:t>
          </a:r>
          <a:endParaRPr lang="en-US" sz="3200" kern="1200" dirty="0"/>
        </a:p>
      </dsp:txBody>
      <dsp:txXfrm>
        <a:off x="7340764" y="434748"/>
        <a:ext cx="2510797" cy="1469893"/>
      </dsp:txXfrm>
    </dsp:sp>
    <dsp:sp modelId="{0B576924-F735-4047-AFCC-566BC13BD266}">
      <dsp:nvSpPr>
        <dsp:cNvPr id="0" name=""/>
        <dsp:cNvSpPr/>
      </dsp:nvSpPr>
      <dsp:spPr>
        <a:xfrm rot="5400000">
          <a:off x="8320324" y="2132531"/>
          <a:ext cx="551679" cy="645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192055"/>
            <a:satOff val="-9701"/>
            <a:lumOff val="-13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 rot="-5400000">
        <a:off x="8402556" y="2179371"/>
        <a:ext cx="387216" cy="386175"/>
      </dsp:txXfrm>
    </dsp:sp>
    <dsp:sp modelId="{7A9B0909-3E2D-442B-8437-8BE118BE4E6B}">
      <dsp:nvSpPr>
        <dsp:cNvPr id="0" name=""/>
        <dsp:cNvSpPr/>
      </dsp:nvSpPr>
      <dsp:spPr>
        <a:xfrm>
          <a:off x="7295033" y="2991277"/>
          <a:ext cx="2602259" cy="1561355"/>
        </a:xfrm>
        <a:prstGeom prst="roundRect">
          <a:avLst>
            <a:gd name="adj" fmla="val 10000"/>
          </a:avLst>
        </a:prstGeom>
        <a:solidFill>
          <a:schemeClr val="accent2">
            <a:hueOff val="3591061"/>
            <a:satOff val="-10913"/>
            <a:lumOff val="-14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SLI Calculation Logic</a:t>
          </a:r>
          <a:endParaRPr lang="en-US" sz="3200" kern="1200" dirty="0"/>
        </a:p>
      </dsp:txBody>
      <dsp:txXfrm>
        <a:off x="7340764" y="3037008"/>
        <a:ext cx="2510797" cy="1469893"/>
      </dsp:txXfrm>
    </dsp:sp>
    <dsp:sp modelId="{C2A6B30A-F0C1-4CEF-8467-64940D25822C}">
      <dsp:nvSpPr>
        <dsp:cNvPr id="0" name=""/>
        <dsp:cNvSpPr/>
      </dsp:nvSpPr>
      <dsp:spPr>
        <a:xfrm rot="10800000">
          <a:off x="6514355" y="3449275"/>
          <a:ext cx="551679" cy="645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788082"/>
            <a:satOff val="-14551"/>
            <a:lumOff val="-19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 rot="10800000">
        <a:off x="6679859" y="3578347"/>
        <a:ext cx="386175" cy="387216"/>
      </dsp:txXfrm>
    </dsp:sp>
    <dsp:sp modelId="{0C154E00-A36D-40B3-9D37-90534270C1BB}">
      <dsp:nvSpPr>
        <dsp:cNvPr id="0" name=""/>
        <dsp:cNvSpPr/>
      </dsp:nvSpPr>
      <dsp:spPr>
        <a:xfrm>
          <a:off x="3651870" y="2991277"/>
          <a:ext cx="2602259" cy="1561355"/>
        </a:xfrm>
        <a:prstGeom prst="roundRect">
          <a:avLst>
            <a:gd name="adj" fmla="val 10000"/>
          </a:avLst>
        </a:prstGeom>
        <a:solidFill>
          <a:schemeClr val="accent2">
            <a:hueOff val="4788082"/>
            <a:satOff val="-14551"/>
            <a:lumOff val="-19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Result Display</a:t>
          </a:r>
          <a:endParaRPr lang="en-US" sz="3200" kern="1200" dirty="0"/>
        </a:p>
      </dsp:txBody>
      <dsp:txXfrm>
        <a:off x="3697601" y="3037008"/>
        <a:ext cx="2510797" cy="1469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r>
              <a:rPr lang="en-US" dirty="0"/>
              <a:t>User enters monitoring metrics in the dashboard.</a:t>
            </a:r>
          </a:p>
          <a:p>
            <a:r>
              <a:rPr lang="en-US" dirty="0"/>
              <a:t>The UI sends a request to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/calculate</a:t>
            </a:r>
            <a:r>
              <a:rPr lang="en-US" dirty="0"/>
              <a:t> API endpoint.</a:t>
            </a:r>
          </a:p>
          <a:p>
            <a:r>
              <a:rPr lang="en-US" dirty="0"/>
              <a:t>The backend calculates the </a:t>
            </a:r>
            <a:r>
              <a:rPr lang="en-US" b="1" dirty="0"/>
              <a:t>SLI value</a:t>
            </a:r>
            <a:r>
              <a:rPr lang="en-US" dirty="0"/>
              <a:t>.</a:t>
            </a:r>
          </a:p>
          <a:p>
            <a:r>
              <a:rPr lang="en-US" dirty="0"/>
              <a:t>The system compares SLI with the </a:t>
            </a:r>
            <a:r>
              <a:rPr lang="en-US" b="1" dirty="0"/>
              <a:t>SLO target</a:t>
            </a:r>
            <a:r>
              <a:rPr lang="en-US" dirty="0"/>
              <a:t>.</a:t>
            </a:r>
          </a:p>
          <a:p>
            <a:r>
              <a:rPr lang="en-US" dirty="0"/>
              <a:t>The result is returned and displayed to the user.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66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62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picpedia.org/chalkboard/t/thank-you.html" TargetMode="External"/><Relationship Id="rId5" Type="http://schemas.openxmlformats.org/officeDocument/2006/relationships/image" Target="../media/image9.jpg"/><Relationship Id="rId4" Type="http://schemas.openxmlformats.org/officeDocument/2006/relationships/hyperlink" Target="mailto:someone@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ound Diagonal Corner Rectangle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" name="Freeform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2" name="Freeform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7" name="Freeform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8" name="Freeform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0" name="Freeform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1" name="Freeform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2" name="Freeform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3" name="Freeform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4" name="Freeform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5" name="Freeform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36" name="Rectangle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0479" y="986322"/>
            <a:ext cx="6858000" cy="136789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SLO / SLI Calculator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6096C1-7FF2-E225-2DD4-D2AF357E4C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33661" y="2773104"/>
            <a:ext cx="733107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By: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Kshitiz Anand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No: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23FE10CSE00773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CSE3253 DevOps (PE6)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Semester: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 (2025–2026)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nstructor: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Mr. Jay Shankar Sharma</a:t>
            </a:r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0D17-0E1F-8735-62D3-DBF276A1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7BF0-8511-A299-5BC6-63433A9A9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Modern cloud services rely on reliability metrics to measure system performance.</a:t>
            </a:r>
            <a:br>
              <a:rPr lang="en-US" dirty="0"/>
            </a:br>
            <a:r>
              <a:rPr lang="en-US" dirty="0"/>
              <a:t>Two important reliability metrics are:</a:t>
            </a:r>
          </a:p>
          <a:p>
            <a:pPr marL="0" indent="0">
              <a:buNone/>
            </a:pPr>
            <a:r>
              <a:rPr lang="en-US" b="1" dirty="0"/>
              <a:t>Service Level Indicators (SLIs)</a:t>
            </a:r>
            <a:r>
              <a:rPr lang="en-US" dirty="0"/>
              <a:t> → actual performance metrics</a:t>
            </a:r>
          </a:p>
          <a:p>
            <a:pPr marL="0" indent="0">
              <a:buNone/>
            </a:pPr>
            <a:r>
              <a:rPr lang="en-US" b="1" dirty="0"/>
              <a:t>Service Level Objectives (SLOs)</a:t>
            </a:r>
            <a:r>
              <a:rPr lang="en-US" dirty="0"/>
              <a:t> → target reliability goals</a:t>
            </a:r>
          </a:p>
          <a:p>
            <a:pPr marL="0" indent="0">
              <a:buNone/>
            </a:pPr>
            <a:r>
              <a:rPr lang="en-US" dirty="0"/>
              <a:t>Monitoring systems collect raw metrics, but teams need tools to evaluate whether their services meet reliability targets.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Goal:</a:t>
            </a:r>
            <a:br>
              <a:rPr lang="en-US" dirty="0"/>
            </a:br>
            <a:r>
              <a:rPr lang="en-US" dirty="0"/>
              <a:t>Build a system that calculates SLI values from monitoring metrics and determines whether the service meets its SLO.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00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0848-FCCF-A04F-9ACC-F9AA0049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9019C1-8EAD-9AD5-3866-69E6514C4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589184"/>
            <a:ext cx="95189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Level Indicators (SLI)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service metrics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calculated SLI values with defined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 targets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interface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users to input monitoring data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containerized deployment using Docker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 practices such as CI/CD and monitoring configuration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72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4F439-6F4E-4BCD-9A8D-B3943844C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 dirty="0"/>
              <a:t>System Architecture</a:t>
            </a:r>
            <a:endParaRPr lang="en-US" dirty="0"/>
          </a:p>
        </p:txBody>
      </p:sp>
      <p:graphicFrame>
        <p:nvGraphicFramePr>
          <p:cNvPr id="6" name="Content Placeholder 5" descr="Smart Art">
            <a:extLst>
              <a:ext uri="{FF2B5EF4-FFF2-40B4-BE49-F238E27FC236}">
                <a16:creationId xmlns:a16="http://schemas.microsoft.com/office/drawing/2014/main" id="{E693AFA8-6DE5-4AFA-9068-5150F8136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589072"/>
              </p:ext>
            </p:extLst>
          </p:nvPr>
        </p:nvGraphicFramePr>
        <p:xfrm>
          <a:off x="1141413" y="1692612"/>
          <a:ext cx="9906000" cy="4941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8478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5837-4DD7-AD73-6942-094674449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6028D-5735-B2FA-736B-11FAFEDC3D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2600" b="1" dirty="0"/>
              <a:t>Core Technologies</a:t>
            </a:r>
            <a:endParaRPr lang="en-IN" sz="2600" dirty="0"/>
          </a:p>
          <a:p>
            <a:r>
              <a:rPr lang="en-IN" dirty="0"/>
              <a:t>Python</a:t>
            </a:r>
          </a:p>
          <a:p>
            <a:r>
              <a:rPr lang="en-IN" dirty="0"/>
              <a:t>Flask Web Framework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AAE897-0B5D-6C95-05E9-87DEC713BF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2600" b="1" dirty="0"/>
              <a:t>DevOps Tools</a:t>
            </a:r>
            <a:endParaRPr lang="en-IN" sz="2600" dirty="0"/>
          </a:p>
          <a:p>
            <a:r>
              <a:rPr lang="en-IN" dirty="0"/>
              <a:t>Git → Version control</a:t>
            </a:r>
          </a:p>
          <a:p>
            <a:r>
              <a:rPr lang="en-IN" dirty="0"/>
              <a:t>Docker → Containerization</a:t>
            </a:r>
          </a:p>
          <a:p>
            <a:r>
              <a:rPr lang="en-IN" dirty="0"/>
              <a:t>Docker Compose → Container orchestration</a:t>
            </a:r>
          </a:p>
          <a:p>
            <a:r>
              <a:rPr lang="en-IN" dirty="0"/>
              <a:t>GitHub Actions → CI/CD pipeline</a:t>
            </a:r>
          </a:p>
          <a:p>
            <a:r>
              <a:rPr lang="en-IN" dirty="0"/>
              <a:t>Puppet → Configuration management</a:t>
            </a:r>
          </a:p>
          <a:p>
            <a:r>
              <a:rPr lang="en-IN" dirty="0"/>
              <a:t>Nagios → Monitoring configuration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16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A12D-7834-F430-F6FB-CF596C429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151467"/>
          </a:xfrm>
        </p:spPr>
        <p:txBody>
          <a:bodyPr/>
          <a:lstStyle/>
          <a:p>
            <a:r>
              <a:rPr lang="en-IN" dirty="0"/>
              <a:t>Project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AB465-77D0-A716-DB3B-037EFBE5E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0129" y="5387954"/>
            <a:ext cx="3195240" cy="576262"/>
          </a:xfrm>
        </p:spPr>
        <p:txBody>
          <a:bodyPr/>
          <a:lstStyle/>
          <a:p>
            <a:r>
              <a:rPr lang="en-IN" dirty="0"/>
              <a:t>Web Dashboard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7EFA6F9E-6BEB-FAA1-1F6B-ECC7BD91EACF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 t="8173" b="8173"/>
          <a:stretch>
            <a:fillRect/>
          </a:stretch>
        </p:blipFill>
        <p:spPr>
          <a:xfrm>
            <a:off x="135467" y="1986844"/>
            <a:ext cx="4031853" cy="3110090"/>
          </a:xfrm>
          <a:prstGeom prst="round2DiagRect">
            <a:avLst/>
          </a:prstGeom>
          <a:ln w="19050" cap="sq">
            <a:solidFill>
              <a:srgbClr val="7C96A3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0CE435-A8EF-6380-233C-221546138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89053" y="5387954"/>
            <a:ext cx="3200400" cy="576262"/>
          </a:xfrm>
        </p:spPr>
        <p:txBody>
          <a:bodyPr/>
          <a:lstStyle/>
          <a:p>
            <a:r>
              <a:rPr lang="en-US" dirty="0"/>
              <a:t>API Test (Postman)</a:t>
            </a:r>
            <a:endParaRPr lang="en-IN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7FF274E-B4F0-5B66-A47C-ECA30AF50005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12185" b="12185"/>
          <a:stretch>
            <a:fillRect/>
          </a:stretch>
        </p:blipFill>
        <p:spPr>
          <a:xfrm>
            <a:off x="4351607" y="1986844"/>
            <a:ext cx="3337845" cy="3124016"/>
          </a:xfrm>
          <a:prstGeom prst="round2DiagRect">
            <a:avLst/>
          </a:prstGeom>
          <a:ln w="19050" cap="sq">
            <a:solidFill>
              <a:srgbClr val="7C96A3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29CDD4-CC98-E305-C881-A16B12838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6744" y="5387954"/>
            <a:ext cx="3549212" cy="576262"/>
          </a:xfrm>
        </p:spPr>
        <p:txBody>
          <a:bodyPr/>
          <a:lstStyle/>
          <a:p>
            <a:r>
              <a:rPr lang="en-IN" dirty="0"/>
              <a:t>Docker container running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175B97F-856B-D4A3-152B-14C7CC2AD4CB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l="21539" r="21539"/>
          <a:stretch>
            <a:fillRect/>
          </a:stretch>
        </p:blipFill>
        <p:spPr>
          <a:xfrm>
            <a:off x="7840393" y="1986844"/>
            <a:ext cx="4216140" cy="2994010"/>
          </a:xfrm>
          <a:prstGeom prst="round2DiagRect">
            <a:avLst/>
          </a:prstGeom>
          <a:ln w="19050" cap="sq">
            <a:solidFill>
              <a:srgbClr val="7C96A3">
                <a:lumMod val="60000"/>
                <a:lumOff val="40000"/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8982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9467-D86A-4D44-9E01-5796E5BD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/>
              <a:t>  Contact details	</a:t>
            </a:r>
          </a:p>
        </p:txBody>
      </p:sp>
      <p:pic>
        <p:nvPicPr>
          <p:cNvPr id="6" name="Picture Placeholder 5" descr="Circuit">
            <a:extLst>
              <a:ext uri="{FF2B5EF4-FFF2-40B4-BE49-F238E27FC236}">
                <a16:creationId xmlns:a16="http://schemas.microsoft.com/office/drawing/2014/main" id="{103D88BF-51AE-46F2-8081-A3C50643270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1411" y="783406"/>
            <a:ext cx="9912354" cy="329977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79215-653F-4996-95E5-0FD4B247B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364" y="5124019"/>
            <a:ext cx="9910859" cy="1325941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hlinkClick r:id="rId4"/>
              </a:rPr>
              <a:t>someone@example.com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1B2C7-3DF9-7D59-FC28-6576ACB81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0" y="4472"/>
            <a:ext cx="12192000" cy="68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403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8C32A8-E4D9-473C-833A-8950C6E7C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18BD99-41E9-467C-9777-74587F83171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design</Template>
  <TotalTime>27</TotalTime>
  <Words>281</Words>
  <Application>Microsoft Office PowerPoint</Application>
  <PresentationFormat>Widescreen</PresentationFormat>
  <Paragraphs>54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Circuit</vt:lpstr>
      <vt:lpstr>SLO / SLI Calculator</vt:lpstr>
      <vt:lpstr>Problem Statement</vt:lpstr>
      <vt:lpstr>Project Objectives</vt:lpstr>
      <vt:lpstr>System Architecture</vt:lpstr>
      <vt:lpstr>Technology Stack</vt:lpstr>
      <vt:lpstr>Project Demo</vt:lpstr>
      <vt:lpstr>  Contact details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Kshitiz Anand</dc:creator>
  <cp:lastModifiedBy>Kshitiz Anand</cp:lastModifiedBy>
  <cp:revision>1</cp:revision>
  <dcterms:created xsi:type="dcterms:W3CDTF">2026-03-16T18:33:12Z</dcterms:created>
  <dcterms:modified xsi:type="dcterms:W3CDTF">2026-03-16T19:00:23Z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